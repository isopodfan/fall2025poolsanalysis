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57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274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122363"/>
            <a:ext cx="3886200" cy="2387600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3602038"/>
            <a:ext cx="3429000" cy="1655762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A82-AC39-4867-B077-99BB7E79F66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437E-327A-4B55-B3DE-08D6B3408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29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A82-AC39-4867-B077-99BB7E79F66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437E-327A-4B55-B3DE-08D6B3408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54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709740"/>
            <a:ext cx="3943350" cy="2852737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4589465"/>
            <a:ext cx="3943350" cy="1500187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A82-AC39-4867-B077-99BB7E79F66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437E-327A-4B55-B3DE-08D6B3408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693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825625"/>
            <a:ext cx="19431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825625"/>
            <a:ext cx="19431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A82-AC39-4867-B077-99BB7E79F66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437E-327A-4B55-B3DE-08D6B3408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47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65127"/>
            <a:ext cx="394335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681163"/>
            <a:ext cx="1934170" cy="823912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2505075"/>
            <a:ext cx="193417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681163"/>
            <a:ext cx="1943696" cy="823912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2505075"/>
            <a:ext cx="194369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A82-AC39-4867-B077-99BB7E79F66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437E-327A-4B55-B3DE-08D6B3408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04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A82-AC39-4867-B077-99BB7E79F66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437E-327A-4B55-B3DE-08D6B3408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40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A82-AC39-4867-B077-99BB7E79F66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437E-327A-4B55-B3DE-08D6B3408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990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457200"/>
            <a:ext cx="1474589" cy="16002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987427"/>
            <a:ext cx="2314575" cy="4873625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2057400"/>
            <a:ext cx="1474589" cy="38115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A82-AC39-4867-B077-99BB7E79F66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437E-327A-4B55-B3DE-08D6B3408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91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457200"/>
            <a:ext cx="1474589" cy="16002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987427"/>
            <a:ext cx="2314575" cy="4873625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2057400"/>
            <a:ext cx="1474589" cy="3811588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A82-AC39-4867-B077-99BB7E79F66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437E-327A-4B55-B3DE-08D6B3408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7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A82-AC39-4867-B077-99BB7E79F66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437E-327A-4B55-B3DE-08D6B3408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07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365125"/>
            <a:ext cx="98583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365125"/>
            <a:ext cx="290036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A82-AC39-4867-B077-99BB7E79F66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437E-327A-4B55-B3DE-08D6B3408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1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365127"/>
            <a:ext cx="394335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825625"/>
            <a:ext cx="3943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6356352"/>
            <a:ext cx="1028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23A82-AC39-4867-B077-99BB7E79F66E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6356352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6356352"/>
            <a:ext cx="1028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14437E-327A-4B55-B3DE-08D6B3408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8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38B13C8-AE6B-E2E1-F0F7-D6F642BDA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228234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F705F46-C816-1484-096D-BA3CC33CB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87829"/>
            <a:ext cx="4572000" cy="228234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F145C47-F404-F9C6-A6DB-1A0DDBBAA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75658"/>
            <a:ext cx="4572000" cy="228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049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Brownfield</dc:creator>
  <cp:lastModifiedBy>Jack Brownfield</cp:lastModifiedBy>
  <cp:revision>1</cp:revision>
  <dcterms:created xsi:type="dcterms:W3CDTF">2026-06-29T16:05:48Z</dcterms:created>
  <dcterms:modified xsi:type="dcterms:W3CDTF">2026-06-29T16:19:59Z</dcterms:modified>
</cp:coreProperties>
</file>