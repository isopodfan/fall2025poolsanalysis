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</p:sldIdLst>
  <p:sldSz cx="6858000" cy="73152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C76035-E7B6-4179-A5F4-4E59C740F0D5}" v="9" dt="2026-05-15T22:08:59.8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22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Brownfield" userId="474cc55cc2f2a489" providerId="LiveId" clId="{D83CA5A8-2CC6-4441-905A-94FC73380BEF}"/>
    <pc:docChg chg="custSel addSld delSld modSld">
      <pc:chgData name="Jack Brownfield" userId="474cc55cc2f2a489" providerId="LiveId" clId="{D83CA5A8-2CC6-4441-905A-94FC73380BEF}" dt="2026-05-15T22:09:07.537" v="116" actId="14100"/>
      <pc:docMkLst>
        <pc:docMk/>
      </pc:docMkLst>
      <pc:sldChg chg="addSp delSp modSp add mod">
        <pc:chgData name="Jack Brownfield" userId="474cc55cc2f2a489" providerId="LiveId" clId="{D83CA5A8-2CC6-4441-905A-94FC73380BEF}" dt="2026-05-15T22:00:37.071" v="52" actId="20577"/>
        <pc:sldMkLst>
          <pc:docMk/>
          <pc:sldMk cId="256400498" sldId="257"/>
        </pc:sldMkLst>
        <pc:spChg chg="add">
          <ac:chgData name="Jack Brownfield" userId="474cc55cc2f2a489" providerId="LiveId" clId="{D83CA5A8-2CC6-4441-905A-94FC73380BEF}" dt="2026-05-15T21:42:40.631" v="4"/>
          <ac:spMkLst>
            <pc:docMk/>
            <pc:sldMk cId="256400498" sldId="257"/>
            <ac:spMk id="2" creationId="{09B7C870-FB7D-10D2-83CA-9FFE1634D9BE}"/>
          </ac:spMkLst>
        </pc:spChg>
        <pc:spChg chg="add">
          <ac:chgData name="Jack Brownfield" userId="474cc55cc2f2a489" providerId="LiveId" clId="{D83CA5A8-2CC6-4441-905A-94FC73380BEF}" dt="2026-05-15T21:43:27.211" v="9"/>
          <ac:spMkLst>
            <pc:docMk/>
            <pc:sldMk cId="256400498" sldId="257"/>
            <ac:spMk id="7" creationId="{DE292727-8010-77E8-1690-57425E5BB28D}"/>
          </ac:spMkLst>
        </pc:spChg>
        <pc:spChg chg="mod">
          <ac:chgData name="Jack Brownfield" userId="474cc55cc2f2a489" providerId="LiveId" clId="{D83CA5A8-2CC6-4441-905A-94FC73380BEF}" dt="2026-05-15T21:43:54.247" v="16" actId="1076"/>
          <ac:spMkLst>
            <pc:docMk/>
            <pc:sldMk cId="256400498" sldId="257"/>
            <ac:spMk id="9" creationId="{F7349883-D561-403B-4454-B86C3C1CED63}"/>
          </ac:spMkLst>
        </pc:spChg>
        <pc:spChg chg="mod">
          <ac:chgData name="Jack Brownfield" userId="474cc55cc2f2a489" providerId="LiveId" clId="{D83CA5A8-2CC6-4441-905A-94FC73380BEF}" dt="2026-05-15T22:00:37.071" v="52" actId="20577"/>
          <ac:spMkLst>
            <pc:docMk/>
            <pc:sldMk cId="256400498" sldId="257"/>
            <ac:spMk id="10" creationId="{F9C00B3F-3A4C-D97D-0366-6BB4ACEF8990}"/>
          </ac:spMkLst>
        </pc:spChg>
        <pc:picChg chg="add del mod">
          <ac:chgData name="Jack Brownfield" userId="474cc55cc2f2a489" providerId="LiveId" clId="{D83CA5A8-2CC6-4441-905A-94FC73380BEF}" dt="2026-05-15T21:43:00.933" v="8" actId="478"/>
          <ac:picMkLst>
            <pc:docMk/>
            <pc:sldMk cId="256400498" sldId="257"/>
            <ac:picMk id="5" creationId="{A3CC147F-DC95-A305-6285-0297DAFFF34A}"/>
          </ac:picMkLst>
        </pc:picChg>
        <pc:picChg chg="del">
          <ac:chgData name="Jack Brownfield" userId="474cc55cc2f2a489" providerId="LiveId" clId="{D83CA5A8-2CC6-4441-905A-94FC73380BEF}" dt="2026-05-15T21:42:39.870" v="3" actId="478"/>
          <ac:picMkLst>
            <pc:docMk/>
            <pc:sldMk cId="256400498" sldId="257"/>
            <ac:picMk id="8" creationId="{FF662EE4-9FA1-5A2F-D8B7-1C9D946D916A}"/>
          </ac:picMkLst>
        </pc:picChg>
        <pc:picChg chg="add mod">
          <ac:chgData name="Jack Brownfield" userId="474cc55cc2f2a489" providerId="LiveId" clId="{D83CA5A8-2CC6-4441-905A-94FC73380BEF}" dt="2026-05-15T21:43:45.184" v="14" actId="14100"/>
          <ac:picMkLst>
            <pc:docMk/>
            <pc:sldMk cId="256400498" sldId="257"/>
            <ac:picMk id="12" creationId="{9C564160-1FEB-CEE8-18B8-586780A20386}"/>
          </ac:picMkLst>
        </pc:picChg>
      </pc:sldChg>
      <pc:sldChg chg="new del">
        <pc:chgData name="Jack Brownfield" userId="474cc55cc2f2a489" providerId="LiveId" clId="{D83CA5A8-2CC6-4441-905A-94FC73380BEF}" dt="2026-05-15T21:42:34.712" v="1" actId="47"/>
        <pc:sldMkLst>
          <pc:docMk/>
          <pc:sldMk cId="4276337194" sldId="257"/>
        </pc:sldMkLst>
      </pc:sldChg>
      <pc:sldChg chg="addSp delSp modSp add mod">
        <pc:chgData name="Jack Brownfield" userId="474cc55cc2f2a489" providerId="LiveId" clId="{D83CA5A8-2CC6-4441-905A-94FC73380BEF}" dt="2026-05-15T22:00:48.779" v="93" actId="20577"/>
        <pc:sldMkLst>
          <pc:docMk/>
          <pc:sldMk cId="342839181" sldId="258"/>
        </pc:sldMkLst>
        <pc:spChg chg="add">
          <ac:chgData name="Jack Brownfield" userId="474cc55cc2f2a489" providerId="LiveId" clId="{D83CA5A8-2CC6-4441-905A-94FC73380BEF}" dt="2026-05-15T21:48:22.600" v="20"/>
          <ac:spMkLst>
            <pc:docMk/>
            <pc:sldMk cId="342839181" sldId="258"/>
            <ac:spMk id="2" creationId="{11886E97-F7FF-800C-F205-92AE234B5470}"/>
          </ac:spMkLst>
        </pc:spChg>
        <pc:spChg chg="mod">
          <ac:chgData name="Jack Brownfield" userId="474cc55cc2f2a489" providerId="LiveId" clId="{D83CA5A8-2CC6-4441-905A-94FC73380BEF}" dt="2026-05-15T22:00:48.779" v="93" actId="20577"/>
          <ac:spMkLst>
            <pc:docMk/>
            <pc:sldMk cId="342839181" sldId="258"/>
            <ac:spMk id="10" creationId="{D6A54C67-69E9-0481-03E2-5D8B21FACB8C}"/>
          </ac:spMkLst>
        </pc:spChg>
        <pc:picChg chg="add mod">
          <ac:chgData name="Jack Brownfield" userId="474cc55cc2f2a489" providerId="LiveId" clId="{D83CA5A8-2CC6-4441-905A-94FC73380BEF}" dt="2026-05-15T21:48:32.199" v="23" actId="14100"/>
          <ac:picMkLst>
            <pc:docMk/>
            <pc:sldMk cId="342839181" sldId="258"/>
            <ac:picMk id="5" creationId="{B207580E-5E75-DCB5-23BF-4692A77B2A96}"/>
          </ac:picMkLst>
        </pc:picChg>
        <pc:picChg chg="del">
          <ac:chgData name="Jack Brownfield" userId="474cc55cc2f2a489" providerId="LiveId" clId="{D83CA5A8-2CC6-4441-905A-94FC73380BEF}" dt="2026-05-15T21:48:21.933" v="19" actId="478"/>
          <ac:picMkLst>
            <pc:docMk/>
            <pc:sldMk cId="342839181" sldId="258"/>
            <ac:picMk id="12" creationId="{245F9C4D-9233-EBA8-5A99-5C282CC7CE7E}"/>
          </ac:picMkLst>
        </pc:picChg>
      </pc:sldChg>
      <pc:sldChg chg="addSp delSp modSp add mod">
        <pc:chgData name="Jack Brownfield" userId="474cc55cc2f2a489" providerId="LiveId" clId="{D83CA5A8-2CC6-4441-905A-94FC73380BEF}" dt="2026-05-15T22:00:58.724" v="110" actId="20577"/>
        <pc:sldMkLst>
          <pc:docMk/>
          <pc:sldMk cId="3774855066" sldId="259"/>
        </pc:sldMkLst>
        <pc:spChg chg="mod">
          <ac:chgData name="Jack Brownfield" userId="474cc55cc2f2a489" providerId="LiveId" clId="{D83CA5A8-2CC6-4441-905A-94FC73380BEF}" dt="2026-05-15T22:00:58.724" v="110" actId="20577"/>
          <ac:spMkLst>
            <pc:docMk/>
            <pc:sldMk cId="3774855066" sldId="259"/>
            <ac:spMk id="10" creationId="{DF2C0924-F405-ECA6-6299-27C525AE88D6}"/>
          </ac:spMkLst>
        </pc:spChg>
        <pc:picChg chg="add mod">
          <ac:chgData name="Jack Brownfield" userId="474cc55cc2f2a489" providerId="LiveId" clId="{D83CA5A8-2CC6-4441-905A-94FC73380BEF}" dt="2026-05-15T21:59:30.733" v="28" actId="14100"/>
          <ac:picMkLst>
            <pc:docMk/>
            <pc:sldMk cId="3774855066" sldId="259"/>
            <ac:picMk id="3" creationId="{747ABC0C-5FA8-592D-9BF8-AA5F33781B0E}"/>
          </ac:picMkLst>
        </pc:picChg>
        <pc:picChg chg="del">
          <ac:chgData name="Jack Brownfield" userId="474cc55cc2f2a489" providerId="LiveId" clId="{D83CA5A8-2CC6-4441-905A-94FC73380BEF}" dt="2026-05-15T21:59:21.463" v="25" actId="478"/>
          <ac:picMkLst>
            <pc:docMk/>
            <pc:sldMk cId="3774855066" sldId="259"/>
            <ac:picMk id="5" creationId="{32C4988D-C852-2D9D-97A6-69349874E279}"/>
          </ac:picMkLst>
        </pc:picChg>
      </pc:sldChg>
      <pc:sldChg chg="addSp delSp modSp add mod">
        <pc:chgData name="Jack Brownfield" userId="474cc55cc2f2a489" providerId="LiveId" clId="{D83CA5A8-2CC6-4441-905A-94FC73380BEF}" dt="2026-05-15T22:09:07.537" v="116" actId="14100"/>
        <pc:sldMkLst>
          <pc:docMk/>
          <pc:sldMk cId="2276601342" sldId="260"/>
        </pc:sldMkLst>
        <pc:spChg chg="add">
          <ac:chgData name="Jack Brownfield" userId="474cc55cc2f2a489" providerId="LiveId" clId="{D83CA5A8-2CC6-4441-905A-94FC73380BEF}" dt="2026-05-15T22:08:58.282" v="113"/>
          <ac:spMkLst>
            <pc:docMk/>
            <pc:sldMk cId="2276601342" sldId="260"/>
            <ac:spMk id="2" creationId="{F7F86622-FF23-462C-C974-51E41B956300}"/>
          </ac:spMkLst>
        </pc:spChg>
        <pc:picChg chg="del">
          <ac:chgData name="Jack Brownfield" userId="474cc55cc2f2a489" providerId="LiveId" clId="{D83CA5A8-2CC6-4441-905A-94FC73380BEF}" dt="2026-05-15T22:08:57.845" v="112" actId="478"/>
          <ac:picMkLst>
            <pc:docMk/>
            <pc:sldMk cId="2276601342" sldId="260"/>
            <ac:picMk id="3" creationId="{DF8E165E-3CF4-951A-7B10-39578D78C64D}"/>
          </ac:picMkLst>
        </pc:picChg>
        <pc:picChg chg="add mod">
          <ac:chgData name="Jack Brownfield" userId="474cc55cc2f2a489" providerId="LiveId" clId="{D83CA5A8-2CC6-4441-905A-94FC73380BEF}" dt="2026-05-15T22:09:07.537" v="116" actId="14100"/>
          <ac:picMkLst>
            <pc:docMk/>
            <pc:sldMk cId="2276601342" sldId="260"/>
            <ac:picMk id="7" creationId="{A7898099-4C8E-B3F4-F5EB-2E977F01DB3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197187"/>
            <a:ext cx="5829300" cy="254677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3842174"/>
            <a:ext cx="5143500" cy="176614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CED4F-0523-46E5-9F33-43515880108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7FAFF-AD76-4E29-A8F8-01763BF2A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704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CED4F-0523-46E5-9F33-43515880108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7FAFF-AD76-4E29-A8F8-01763BF2A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388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823722"/>
            <a:ext cx="5915025" cy="304291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4895429"/>
            <a:ext cx="5915025" cy="16001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CED4F-0523-46E5-9F33-43515880108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7FAFF-AD76-4E29-A8F8-01763BF2A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2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947333"/>
            <a:ext cx="291465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947333"/>
            <a:ext cx="291465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CED4F-0523-46E5-9F33-43515880108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7FAFF-AD76-4E29-A8F8-01763BF2A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40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89468"/>
            <a:ext cx="5915025" cy="14139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793241"/>
            <a:ext cx="2901255" cy="87883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672080"/>
            <a:ext cx="2901255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793241"/>
            <a:ext cx="2915543" cy="87883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672080"/>
            <a:ext cx="2915543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CED4F-0523-46E5-9F33-43515880108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7FAFF-AD76-4E29-A8F8-01763BF2A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616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CED4F-0523-46E5-9F33-43515880108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7FAFF-AD76-4E29-A8F8-01763BF2A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867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CED4F-0523-46E5-9F33-43515880108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7FAFF-AD76-4E29-A8F8-01763BF2A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865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7680"/>
            <a:ext cx="2211884" cy="170688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053255"/>
            <a:ext cx="3471863" cy="519853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194560"/>
            <a:ext cx="2211884" cy="406569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CED4F-0523-46E5-9F33-43515880108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7FAFF-AD76-4E29-A8F8-01763BF2A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618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7680"/>
            <a:ext cx="2211884" cy="170688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053255"/>
            <a:ext cx="3471863" cy="519853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194560"/>
            <a:ext cx="2211884" cy="406569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CED4F-0523-46E5-9F33-43515880108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7FAFF-AD76-4E29-A8F8-01763BF2A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5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CED4F-0523-46E5-9F33-43515880108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7FAFF-AD76-4E29-A8F8-01763BF2A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061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89467"/>
            <a:ext cx="1478756" cy="61992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89467"/>
            <a:ext cx="4350544" cy="61992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CED4F-0523-46E5-9F33-43515880108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7FAFF-AD76-4E29-A8F8-01763BF2A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0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89468"/>
            <a:ext cx="5915025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947333"/>
            <a:ext cx="5915025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6780108"/>
            <a:ext cx="154305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7CED4F-0523-46E5-9F33-43515880108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6780108"/>
            <a:ext cx="2314575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6780108"/>
            <a:ext cx="154305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07FAFF-AD76-4E29-A8F8-01763BF2A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358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DBBAFF87-A574-931D-91E8-7263B50516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37412" y="3505201"/>
            <a:ext cx="2921726" cy="2921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3EBC3955-3568-0D7A-6F83-5134122B69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90752" y="1319352"/>
            <a:ext cx="2490651" cy="2490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8A5331-69F2-E885-FA6E-51CF871C5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67" y="0"/>
            <a:ext cx="6298233" cy="68020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6F8CE75-4BD9-04A6-BEA6-30FFC2359FC2}"/>
              </a:ext>
            </a:extLst>
          </p:cNvPr>
          <p:cNvSpPr txBox="1"/>
          <p:nvPr/>
        </p:nvSpPr>
        <p:spPr>
          <a:xfrm>
            <a:off x="2069339" y="6707359"/>
            <a:ext cx="36967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Days Since January 1st, 2022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8DAFB8-2A70-6B07-3DDD-F38563F2BEE4}"/>
              </a:ext>
            </a:extLst>
          </p:cNvPr>
          <p:cNvSpPr txBox="1"/>
          <p:nvPr/>
        </p:nvSpPr>
        <p:spPr>
          <a:xfrm rot="16200000">
            <a:off x="-1486308" y="3305146"/>
            <a:ext cx="36967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Organismal Abundance</a:t>
            </a:r>
          </a:p>
        </p:txBody>
      </p:sp>
    </p:spTree>
    <p:extLst>
      <p:ext uri="{BB962C8B-B14F-4D97-AF65-F5344CB8AC3E}">
        <p14:creationId xmlns:p14="http://schemas.microsoft.com/office/powerpoint/2010/main" val="2082046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225E1-C09D-5AB7-E5EA-0D117974F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1C87CD9D-FC74-5D13-D664-B4FA8AD721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37412" y="3505201"/>
            <a:ext cx="2921726" cy="2921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F44DEE21-73EA-0E9C-D11C-78BF5F8206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90752" y="1319352"/>
            <a:ext cx="2490651" cy="2490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349883-D561-403B-4454-B86C3C1CED63}"/>
              </a:ext>
            </a:extLst>
          </p:cNvPr>
          <p:cNvSpPr txBox="1"/>
          <p:nvPr/>
        </p:nvSpPr>
        <p:spPr>
          <a:xfrm>
            <a:off x="1931276" y="6873766"/>
            <a:ext cx="36967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Days Since January 1st, 2022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C00B3F-3A4C-D97D-0366-6BB4ACEF8990}"/>
              </a:ext>
            </a:extLst>
          </p:cNvPr>
          <p:cNvSpPr txBox="1"/>
          <p:nvPr/>
        </p:nvSpPr>
        <p:spPr>
          <a:xfrm rot="16200000">
            <a:off x="-1557315" y="3305146"/>
            <a:ext cx="36967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Species Richness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C564160-1FEB-CEE8-18B8-586780A20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35" y="-2448"/>
            <a:ext cx="6366865" cy="687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00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B14E9-D6A2-AFDA-3472-3ECF6E5DF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EBF60E73-A21D-540E-A877-FF05A4EC9F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37412" y="3505201"/>
            <a:ext cx="2921726" cy="2921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14FE50AC-7724-5DBD-B6F8-64D406A1EE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90752" y="1319352"/>
            <a:ext cx="2490651" cy="2490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8C021F-3936-B2D5-D376-18D36E165861}"/>
              </a:ext>
            </a:extLst>
          </p:cNvPr>
          <p:cNvSpPr txBox="1"/>
          <p:nvPr/>
        </p:nvSpPr>
        <p:spPr>
          <a:xfrm>
            <a:off x="1931276" y="6873766"/>
            <a:ext cx="36967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Days Since January 1st, 2022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A54C67-69E9-0481-03E2-5D8B21FACB8C}"/>
              </a:ext>
            </a:extLst>
          </p:cNvPr>
          <p:cNvSpPr txBox="1"/>
          <p:nvPr/>
        </p:nvSpPr>
        <p:spPr>
          <a:xfrm rot="16200000">
            <a:off x="-1557315" y="3305146"/>
            <a:ext cx="36967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Species Richness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07580E-5E75-DCB5-23BF-4692A77B2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35" y="0"/>
            <a:ext cx="6366865" cy="687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39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403FE-0812-53A4-BE0A-0BAFA7F5B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F5F799FA-39E1-785F-9580-6E45955367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37412" y="3505201"/>
            <a:ext cx="2921726" cy="2921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33B9AE2F-25A3-F448-6005-203A692D61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90752" y="1319352"/>
            <a:ext cx="2490651" cy="2490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D70C57-9AE7-EF4F-1B8F-DE7F3ECE9782}"/>
              </a:ext>
            </a:extLst>
          </p:cNvPr>
          <p:cNvSpPr txBox="1"/>
          <p:nvPr/>
        </p:nvSpPr>
        <p:spPr>
          <a:xfrm>
            <a:off x="1931276" y="6873766"/>
            <a:ext cx="36967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Days Since January 1st, 2022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2C0924-F405-ECA6-6299-27C525AE88D6}"/>
              </a:ext>
            </a:extLst>
          </p:cNvPr>
          <p:cNvSpPr txBox="1"/>
          <p:nvPr/>
        </p:nvSpPr>
        <p:spPr>
          <a:xfrm rot="16200000">
            <a:off x="-1557315" y="3305146"/>
            <a:ext cx="36967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Shannon Diversity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7ABC0C-5FA8-592D-9BF8-AA5F33781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35" y="-2448"/>
            <a:ext cx="6366865" cy="687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855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5DE89-11DA-762C-1666-B2C6DC5DE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64153883-4C05-A441-15B5-EC1AA8D996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37412" y="3505201"/>
            <a:ext cx="2921726" cy="2921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D3158554-B2A3-B876-69A9-F8139E6120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90752" y="1319352"/>
            <a:ext cx="2490651" cy="2490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FC6E19-B158-92B2-8664-A7D256C019C0}"/>
              </a:ext>
            </a:extLst>
          </p:cNvPr>
          <p:cNvSpPr txBox="1"/>
          <p:nvPr/>
        </p:nvSpPr>
        <p:spPr>
          <a:xfrm>
            <a:off x="1931276" y="6873766"/>
            <a:ext cx="36967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Days Since January 1st, 2022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0D0E6A-8C0B-2D31-EBFE-C4A94F6BBBF4}"/>
              </a:ext>
            </a:extLst>
          </p:cNvPr>
          <p:cNvSpPr txBox="1"/>
          <p:nvPr/>
        </p:nvSpPr>
        <p:spPr>
          <a:xfrm rot="16200000">
            <a:off x="-1557315" y="3305146"/>
            <a:ext cx="36967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Shannon Diversity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898099-4C8E-B3F4-F5EB-2E977F01D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35" y="-2448"/>
            <a:ext cx="6366865" cy="687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601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419</TotalTime>
  <Words>40</Words>
  <Application>Microsoft Office PowerPoint</Application>
  <PresentationFormat>Custom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Brownfield</dc:creator>
  <cp:lastModifiedBy>Jack Brownfield</cp:lastModifiedBy>
  <cp:revision>1</cp:revision>
  <dcterms:created xsi:type="dcterms:W3CDTF">2026-05-15T15:09:19Z</dcterms:created>
  <dcterms:modified xsi:type="dcterms:W3CDTF">2026-05-15T22:09:17Z</dcterms:modified>
</cp:coreProperties>
</file>